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56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29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21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35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252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34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4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8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448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2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543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201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878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381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499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7285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FFCB9F6-63FC-4ED5-A42C-D418A1CF041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F9D2360-BA59-472D-9ED5-785764440B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02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0848BE2-8D43-501B-6AB2-E0025BAD132C}"/>
              </a:ext>
            </a:extLst>
          </p:cNvPr>
          <p:cNvSpPr/>
          <p:nvPr/>
        </p:nvSpPr>
        <p:spPr>
          <a:xfrm>
            <a:off x="776377" y="1993460"/>
            <a:ext cx="10679502" cy="4225725"/>
          </a:xfrm>
          <a:prstGeom prst="rect">
            <a:avLst/>
          </a:prstGeom>
          <a:solidFill>
            <a:srgbClr val="CDF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546B3F-4A6C-4988-6378-22752A29B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29726"/>
            <a:ext cx="8886192" cy="861420"/>
          </a:xfrm>
        </p:spPr>
        <p:txBody>
          <a:bodyPr/>
          <a:lstStyle/>
          <a:p>
            <a:r>
              <a:rPr lang="pt-BR" dirty="0"/>
              <a:t>Título teste gemini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F03951-8417-6149-84F6-B0D1F73E5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398118"/>
            <a:ext cx="8825658" cy="318539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Sub descrição</a:t>
            </a:r>
          </a:p>
        </p:txBody>
      </p:sp>
      <p:pic>
        <p:nvPicPr>
          <p:cNvPr id="7" name="Picture 6" descr="03_roe_trimes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50" y="1993460"/>
            <a:ext cx="6835900" cy="2871079"/>
          </a:xfrm>
          <a:prstGeom prst="rect">
            <a:avLst/>
          </a:prstGeom>
        </p:spPr>
      </p:pic>
      <p:pic>
        <p:nvPicPr>
          <p:cNvPr id="8" name="Picture 7" descr="04_roe_9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345" y="2166270"/>
            <a:ext cx="2452581" cy="1030084"/>
          </a:xfrm>
          <a:prstGeom prst="rect">
            <a:avLst/>
          </a:prstGeom>
        </p:spPr>
      </p:pic>
      <p:pic>
        <p:nvPicPr>
          <p:cNvPr id="9" name="Picture 8" descr="01_lucro_trimest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29" y="2778477"/>
            <a:ext cx="7168143" cy="3440708"/>
          </a:xfrm>
          <a:prstGeom prst="rect">
            <a:avLst/>
          </a:prstGeom>
        </p:spPr>
      </p:pic>
      <p:pic>
        <p:nvPicPr>
          <p:cNvPr id="10" name="Picture 9" descr="02_lucro_9m.png"/>
          <p:cNvPicPr>
            <a:picLocks noChangeAspect="1"/>
          </p:cNvPicPr>
          <p:nvPr/>
        </p:nvPicPr>
        <p:blipFill>
          <a:blip r:embed="rId5"/>
          <a:srcRect l="12150" t="747" r="12168" b="-747"/>
          <a:stretch/>
        </p:blipFill>
        <p:spPr>
          <a:xfrm>
            <a:off x="8109486" y="3429001"/>
            <a:ext cx="3180657" cy="268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1325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ão de Ião">
  <a:themeElements>
    <a:clrScheme name="Sala de Reunião de Ião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a de Reunião de Ião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ão de Ião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5</Words>
  <Application>Microsoft Office PowerPoint</Application>
  <PresentationFormat>Ecrã Panorâmico</PresentationFormat>
  <Paragraphs>2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Sala de Reunião de Ião</vt:lpstr>
      <vt:lpstr>Título teste gemini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Eduardo Bortolotto</dc:creator>
  <cp:lastModifiedBy>Renato Eduardo Bortolotto</cp:lastModifiedBy>
  <cp:revision>3</cp:revision>
  <dcterms:created xsi:type="dcterms:W3CDTF">2026-01-04T21:08:42Z</dcterms:created>
  <dcterms:modified xsi:type="dcterms:W3CDTF">2026-01-04T22:27:55Z</dcterms:modified>
</cp:coreProperties>
</file>