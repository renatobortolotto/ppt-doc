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5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29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1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35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25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34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4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8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4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54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20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878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381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499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728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02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0848BE2-8D43-501B-6AB2-E0025BAD132C}"/>
              </a:ext>
            </a:extLst>
          </p:cNvPr>
          <p:cNvSpPr/>
          <p:nvPr/>
        </p:nvSpPr>
        <p:spPr>
          <a:xfrm>
            <a:off x="776377" y="1993460"/>
            <a:ext cx="10679502" cy="4225725"/>
          </a:xfrm>
          <a:prstGeom prst="rect">
            <a:avLst/>
          </a:prstGeom>
          <a:solidFill>
            <a:srgbClr val="CDF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46B3F-4A6C-4988-6378-22752A29B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29726"/>
            <a:ext cx="8886192" cy="861420"/>
          </a:xfrm>
        </p:spPr>
        <p:txBody>
          <a:bodyPr/>
          <a:lstStyle/>
          <a:p>
            <a:r>
              <a:rPr lang="pt-BR" sz="2400" dirty="0"/>
              <a:t>{{slide1_title}}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F03951-8417-6149-84F6-B0D1F73E5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398118"/>
            <a:ext cx="8825658" cy="318539"/>
          </a:xfrm>
        </p:spPr>
        <p:txBody>
          <a:bodyPr>
            <a:normAutofit/>
          </a:bodyPr>
          <a:lstStyle/>
          <a:p>
            <a:r>
              <a:rPr lang="pt-BR" sz="1050" dirty="0"/>
              <a:t>{{slide1_subtitle}}</a:t>
            </a:r>
          </a:p>
        </p:txBody>
      </p:sp>
      <p:pic>
        <p:nvPicPr>
          <p:cNvPr id="7" name="Picture 6" descr="03_roe_trime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0" y="1993460"/>
            <a:ext cx="6835900" cy="2871079"/>
          </a:xfrm>
          <a:prstGeom prst="rect">
            <a:avLst/>
          </a:prstGeom>
        </p:spPr>
      </p:pic>
      <p:pic>
        <p:nvPicPr>
          <p:cNvPr id="8" name="Picture 7" descr="04_roe_9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345" y="2166270"/>
            <a:ext cx="2452581" cy="1030084"/>
          </a:xfrm>
          <a:prstGeom prst="rect">
            <a:avLst/>
          </a:prstGeom>
        </p:spPr>
      </p:pic>
      <p:pic>
        <p:nvPicPr>
          <p:cNvPr id="9" name="Picture 8" descr="01_lucro_trimest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29" y="2778477"/>
            <a:ext cx="7168143" cy="3440708"/>
          </a:xfrm>
          <a:prstGeom prst="rect">
            <a:avLst/>
          </a:prstGeom>
        </p:spPr>
      </p:pic>
      <p:pic>
        <p:nvPicPr>
          <p:cNvPr id="10" name="Picture 9" descr="02_lucro_9m.png"/>
          <p:cNvPicPr>
            <a:picLocks noChangeAspect="1"/>
          </p:cNvPicPr>
          <p:nvPr/>
        </p:nvPicPr>
        <p:blipFill>
          <a:blip r:embed="rId5"/>
          <a:srcRect l="12150" t="747" r="12168" b="-747"/>
          <a:stretch/>
        </p:blipFill>
        <p:spPr>
          <a:xfrm>
            <a:off x="8109486" y="3429001"/>
            <a:ext cx="3180657" cy="268712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CBEAE15-BDF4-4DE2-E8FA-522FC2F4ED8B}"/>
              </a:ext>
            </a:extLst>
          </p:cNvPr>
          <p:cNvSpPr txBox="1"/>
          <p:nvPr/>
        </p:nvSpPr>
        <p:spPr>
          <a:xfrm>
            <a:off x="758387" y="2086078"/>
            <a:ext cx="361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{{ROE_RECORRENTE}}%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91DB44-461A-77AF-DCC8-68DA7088D40A}"/>
              </a:ext>
            </a:extLst>
          </p:cNvPr>
          <p:cNvSpPr txBox="1"/>
          <p:nvPr/>
        </p:nvSpPr>
        <p:spPr>
          <a:xfrm>
            <a:off x="684208" y="2455410"/>
            <a:ext cx="361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R$ {{LL_RECORRENTE}} </a:t>
            </a:r>
            <a:r>
              <a:rPr lang="en-US" dirty="0" err="1"/>
              <a:t>milhòes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89DB41-D279-481E-77B4-AA5B67B69D1F}"/>
              </a:ext>
            </a:extLst>
          </p:cNvPr>
          <p:cNvSpPr txBox="1"/>
          <p:nvPr/>
        </p:nvSpPr>
        <p:spPr>
          <a:xfrm>
            <a:off x="564454" y="6342483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{{NIM1}}%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4F71C8-7A24-B403-FB84-AD75858C2C76}"/>
              </a:ext>
            </a:extLst>
          </p:cNvPr>
          <p:cNvSpPr txBox="1"/>
          <p:nvPr/>
        </p:nvSpPr>
        <p:spPr>
          <a:xfrm>
            <a:off x="1461790" y="6344906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{{NIM2}}%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30139C-AA48-5336-4706-C9F6121C68C2}"/>
              </a:ext>
            </a:extLst>
          </p:cNvPr>
          <p:cNvSpPr txBox="1"/>
          <p:nvPr/>
        </p:nvSpPr>
        <p:spPr>
          <a:xfrm>
            <a:off x="2359126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{{NIM3}}%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B0AE12-7145-719D-F3D5-67E522C8798B}"/>
              </a:ext>
            </a:extLst>
          </p:cNvPr>
          <p:cNvSpPr txBox="1"/>
          <p:nvPr/>
        </p:nvSpPr>
        <p:spPr>
          <a:xfrm>
            <a:off x="3256462" y="6351197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{{NIM4}}%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3427753-0B5A-1FAC-F009-3D9AC9BA34FC}"/>
              </a:ext>
            </a:extLst>
          </p:cNvPr>
          <p:cNvSpPr txBox="1"/>
          <p:nvPr/>
        </p:nvSpPr>
        <p:spPr>
          <a:xfrm>
            <a:off x="4148495" y="6342483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{{NIM5}}%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F1595C-1363-2182-3FCC-E5A73EC55F9F}"/>
              </a:ext>
            </a:extLst>
          </p:cNvPr>
          <p:cNvSpPr txBox="1"/>
          <p:nvPr/>
        </p:nvSpPr>
        <p:spPr>
          <a:xfrm>
            <a:off x="5045831" y="6344906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{{NIM6}}%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258AE2A-DB2A-201A-24FB-5333DC3779BC}"/>
              </a:ext>
            </a:extLst>
          </p:cNvPr>
          <p:cNvSpPr txBox="1"/>
          <p:nvPr/>
        </p:nvSpPr>
        <p:spPr>
          <a:xfrm>
            <a:off x="5943167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{{NIM7}}%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3A3CE42-85EA-1650-B881-D76B11C50CC3}"/>
              </a:ext>
            </a:extLst>
          </p:cNvPr>
          <p:cNvSpPr txBox="1"/>
          <p:nvPr/>
        </p:nvSpPr>
        <p:spPr>
          <a:xfrm>
            <a:off x="6840503" y="6351197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{{NIM8}}%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4B0944F-2113-9740-5954-30EE345CEFC7}"/>
              </a:ext>
            </a:extLst>
          </p:cNvPr>
          <p:cNvSpPr txBox="1"/>
          <p:nvPr/>
        </p:nvSpPr>
        <p:spPr>
          <a:xfrm>
            <a:off x="7732211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{{NIM9}}%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503C839-0EEB-BF53-0EA0-FF09647D77F9}"/>
              </a:ext>
            </a:extLst>
          </p:cNvPr>
          <p:cNvSpPr txBox="1"/>
          <p:nvPr/>
        </p:nvSpPr>
        <p:spPr>
          <a:xfrm>
            <a:off x="8729151" y="6256040"/>
            <a:ext cx="803360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{{NIM10}}%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87135C-33D5-3475-D682-619B8EF90780}"/>
              </a:ext>
            </a:extLst>
          </p:cNvPr>
          <p:cNvSpPr txBox="1"/>
          <p:nvPr/>
        </p:nvSpPr>
        <p:spPr>
          <a:xfrm>
            <a:off x="10240524" y="6253495"/>
            <a:ext cx="803360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{{NIM11}}%</a:t>
            </a:r>
            <a:endParaRPr lang="pt-BR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31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EC55-5620-0728-8DD1-2BEC363F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{{testing}}</a:t>
            </a:r>
            <a:endParaRPr lang="pt-BR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7F8E77-A7A9-E30B-4CEE-50AF85F63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{{text2}}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5919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Sala de Reunião de Ião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ão de 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ão de 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62</Words>
  <Application>Microsoft Office PowerPoint</Application>
  <PresentationFormat>Ecrã Panorâmico</PresentationFormat>
  <Paragraphs>17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Sala de Reunião de Ião</vt:lpstr>
      <vt:lpstr>{{slide1_title}}</vt:lpstr>
      <vt:lpstr>{{testing}}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Eduardo Bortolotto</dc:creator>
  <cp:lastModifiedBy>Renato Eduardo Bortolotto</cp:lastModifiedBy>
  <cp:revision>15</cp:revision>
  <dcterms:created xsi:type="dcterms:W3CDTF">2026-01-04T21:08:42Z</dcterms:created>
  <dcterms:modified xsi:type="dcterms:W3CDTF">2026-01-08T23:46:34Z</dcterms:modified>
</cp:coreProperties>
</file>