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04/01/2026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dirty="0"/>
              <a:t>Título teste gemini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Sub descrição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7</TotalTime>
  <Words>5</Words>
  <Application>Microsoft Office PowerPoint</Application>
  <PresentationFormat>Ecrã Panorâmico</PresentationFormat>
  <Paragraphs>2</Paragraphs>
  <Slides>1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Wingdings 3</vt:lpstr>
      <vt:lpstr>Sala de Reunião de Ião</vt:lpstr>
      <vt:lpstr>Título teste gemini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3</cp:revision>
  <dcterms:created xsi:type="dcterms:W3CDTF">2026-01-04T21:08:42Z</dcterms:created>
  <dcterms:modified xsi:type="dcterms:W3CDTF">2026-01-04T22:27:55Z</dcterms:modified>
</cp:coreProperties>
</file>