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{{slide1_title}}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{{slide1_subtitle}}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{{ROE_RECORRENTE}}%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{{LL_RECORRENTE}}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{{NIM2}}%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{{NIM3}}%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{{NIM4}}%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{{NIM5}}%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{{NIM6}}%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{{NIM7}}%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{{NIM8}}%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{{NIM9}}%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{{NIM10}}%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{{NIM11}}%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{{slide2_title}}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{{slide2_subtitle}}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{{slide2_title}}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{{slide2_subtitle}}</a:t>
            </a:r>
          </a:p>
        </p:txBody>
      </p:sp>
      <p:pic>
        <p:nvPicPr>
          <p:cNvPr id="5" name="Imagem 4" descr="09_seguros_cartoes_total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988" y="2582450"/>
            <a:ext cx="5121012" cy="2464299"/>
          </a:xfrm>
          <a:prstGeom prst="rect">
            <a:avLst/>
          </a:prstGeom>
        </p:spPr>
      </p:pic>
      <p:pic>
        <p:nvPicPr>
          <p:cNvPr id="7" name="Imagem 6" descr="08_emprestimos_empilhado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2" y="2501207"/>
            <a:ext cx="5327979" cy="262678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4D477C1-19D4-07E3-9F33-09F5008F12C0}"/>
              </a:ext>
            </a:extLst>
          </p:cNvPr>
          <p:cNvSpPr txBox="1"/>
          <p:nvPr/>
        </p:nvSpPr>
        <p:spPr>
          <a:xfrm>
            <a:off x="5121013" y="3038472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{{VAR_DEMAIS}}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040E78-8F40-0441-2068-D06A4DCD50CB}"/>
              </a:ext>
            </a:extLst>
          </p:cNvPr>
          <p:cNvSpPr txBox="1"/>
          <p:nvPr/>
        </p:nvSpPr>
        <p:spPr>
          <a:xfrm>
            <a:off x="5117403" y="3393975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{{VAR_EGV}}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B9BF5A6-FA1C-94B2-BFF8-0EAFCF11AFF1}"/>
              </a:ext>
            </a:extLst>
          </p:cNvPr>
          <p:cNvSpPr txBox="1"/>
          <p:nvPr/>
        </p:nvSpPr>
        <p:spPr>
          <a:xfrm>
            <a:off x="5121012" y="3749478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{{VAR_PSOL}}</a:t>
            </a:r>
          </a:p>
        </p:txBody>
      </p:sp>
    </p:spTree>
    <p:extLst>
      <p:ext uri="{BB962C8B-B14F-4D97-AF65-F5344CB8AC3E}">
        <p14:creationId xmlns:p14="http://schemas.microsoft.com/office/powerpoint/2010/main" val="372698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{{slide3_title}}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{{slide3_subtitle}}</a:t>
            </a:r>
          </a:p>
        </p:txBody>
      </p:sp>
      <p:pic>
        <p:nvPicPr>
          <p:cNvPr id="5" name="Imagem 4" descr="11_pizza_trimestres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681" y="2902533"/>
            <a:ext cx="2816277" cy="1355230"/>
          </a:xfrm>
          <a:prstGeom prst="rect">
            <a:avLst/>
          </a:prstGeom>
        </p:spPr>
      </p:pic>
      <p:pic>
        <p:nvPicPr>
          <p:cNvPr id="7" name="Imagem 6" descr="10_pizza_carteira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" t="10725" r="4693" b="12613"/>
          <a:stretch/>
        </p:blipFill>
        <p:spPr>
          <a:xfrm>
            <a:off x="237750" y="2189431"/>
            <a:ext cx="5576454" cy="4325550"/>
          </a:xfrm>
          <a:prstGeom prst="rect">
            <a:avLst/>
          </a:prstGeom>
        </p:spPr>
      </p:pic>
      <p:pic>
        <p:nvPicPr>
          <p:cNvPr id="4" name="Imagem 3" descr="12_pizza_9m.png">
            <a:extLst>
              <a:ext uri="{FF2B5EF4-FFF2-40B4-BE49-F238E27FC236}">
                <a16:creationId xmlns:a16="http://schemas.microsoft.com/office/drawing/2014/main" id="{7BD7931B-383C-C5B4-A3CD-70A0D6FC6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73" y="2830105"/>
            <a:ext cx="2816277" cy="1355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2987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109</TotalTime>
  <Words>101</Words>
  <Application>Microsoft Office PowerPoint</Application>
  <PresentationFormat>Ecrã Panorâmico</PresentationFormat>
  <Paragraphs>24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Arial</vt:lpstr>
      <vt:lpstr>Century Gothic</vt:lpstr>
      <vt:lpstr>Wingdings 3</vt:lpstr>
      <vt:lpstr>Sala de Reunião de Ião</vt:lpstr>
      <vt:lpstr>{{slide1_title}}</vt:lpstr>
      <vt:lpstr>{{slide2_title}}</vt:lpstr>
      <vt:lpstr>{{slide2_title}}</vt:lpstr>
      <vt:lpstr>{{slide3_title}}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24</cp:revision>
  <dcterms:created xsi:type="dcterms:W3CDTF">2026-01-04T21:08:42Z</dcterms:created>
  <dcterms:modified xsi:type="dcterms:W3CDTF">2026-01-23T12:44:58Z</dcterms:modified>
</cp:coreProperties>
</file>